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SUMMARY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Sales Growth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States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Metro Vs Non-metro Reveune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Trend by Customer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Orders by City Tier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Customer Revenue by Region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B2B VS Revenue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Items per Order by Category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Product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Product Sales Trend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Quantity Sold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Size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0b0f39e1-3e7b-40ba-bdeb-8de395306171?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f4c211c281a44823" /><Relationship Type="http://schemas.openxmlformats.org/officeDocument/2006/relationships/slideLayout" Target="/ppt/slideLayouts/slideLayout8.xml" Id="R15e648570a06428c" /><Relationship Type="http://schemas.openxmlformats.org/officeDocument/2006/relationships/hyperlink" Target="https://app.powerbi.com/groups/me/reports/0b0f39e1-3e7b-40ba-bdeb-8de395306171/?pbi_source=PowerPoint" TargetMode="External" Id="RelId0" /><Relationship Type="http://schemas.openxmlformats.org/officeDocument/2006/relationships/image" Target="/ppt/media/image4.png" Id="imgId134773240"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1e8d73fec7ca496c" /><Relationship Type="http://schemas.openxmlformats.org/officeDocument/2006/relationships/slideLayout" Target="/ppt/slideLayouts/slideLayout8.xml" Id="Rb4e32077bd8846c3" /><Relationship Type="http://schemas.openxmlformats.org/officeDocument/2006/relationships/hyperlink" Target="https://app.powerbi.com/groups/me/reports/0b0f39e1-3e7b-40ba-bdeb-8de395306171/?pbi_source=PowerPoint" TargetMode="External" Id="RelId1" /><Relationship Type="http://schemas.openxmlformats.org/officeDocument/2006/relationships/image" Target="/ppt/media/image5.png" Id="imgId134773241"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1dbb47a0f0014509" /><Relationship Type="http://schemas.openxmlformats.org/officeDocument/2006/relationships/slideLayout" Target="/ppt/slideLayouts/slideLayout8.xml" Id="R55d0446772044f2e" /><Relationship Type="http://schemas.openxmlformats.org/officeDocument/2006/relationships/hyperlink" Target="https://app.powerbi.com/groups/me/reports/0b0f39e1-3e7b-40ba-bdeb-8de395306171/?pbi_source=PowerPoint" TargetMode="External" Id="RelId2" /><Relationship Type="http://schemas.openxmlformats.org/officeDocument/2006/relationships/image" Target="/ppt/media/image6.png" Id="imgId13477324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amazon ecommerce sales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3/16/2026 1:29:48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3/16/2026 11:31:41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image ,SALES SUMMARY ,Monthly Sales Growth ,cardVisual ,cardVisual ,cardVisual ,cardVisual ,cardVisual ,Revenue by Category ,Revenue by States ,Metro Vs Non-metro Reveune ,slicer ,slicer ,slicer ,slice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3477324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 summary</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image ,Customer Analysis ,Revenue Trend by Customer Type ,cardVisual ,cardVisual ,cardVisual ,cardVisual ,Orders by City Tier ,Customer Revenue by Region ,B2B VS Revenue ,slicer ,slicer ,slicer ,slicer ,Avg Items per Order by Category.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3477324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Customer Analysis </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image ,Product Analysis ,Product Sales Trend ,cardVisual ,cardVisual ,cardVisual ,cardVisual ,Quantity Sold by Category ,Revenue by Size ,slicer ,slicer ,slicer ,slicer ,Revenue by Category ,slicer ,clusteredBarChart.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3477324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Product Analysis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